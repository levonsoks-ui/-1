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D47A5-3805-4BD3-B977-FD8E63F78D5F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CDA6-CBD2-4738-A899-D2C5D9C2BF15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D47A5-3805-4BD3-B977-FD8E63F78D5F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CDA6-CBD2-4738-A899-D2C5D9C2BF1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D47A5-3805-4BD3-B977-FD8E63F78D5F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CDA6-CBD2-4738-A899-D2C5D9C2BF15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D47A5-3805-4BD3-B977-FD8E63F78D5F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CDA6-CBD2-4738-A899-D2C5D9C2BF1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D47A5-3805-4BD3-B977-FD8E63F78D5F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CDA6-CBD2-4738-A899-D2C5D9C2BF1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D47A5-3805-4BD3-B977-FD8E63F78D5F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CDA6-CBD2-4738-A899-D2C5D9C2BF1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D47A5-3805-4BD3-B977-FD8E63F78D5F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CDA6-CBD2-4738-A899-D2C5D9C2BF1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D47A5-3805-4BD3-B977-FD8E63F78D5F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CDA6-CBD2-4738-A899-D2C5D9C2BF1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D47A5-3805-4BD3-B977-FD8E63F78D5F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AABFCDA6-CBD2-4738-A899-D2C5D9C2BF15}" type="slidenum">
              <a:rPr lang="ru-RU" smtClean="0"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D47A5-3805-4BD3-B977-FD8E63F78D5F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CDA6-CBD2-4738-A899-D2C5D9C2BF1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D47A5-3805-4BD3-B977-FD8E63F78D5F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CDA6-CBD2-4738-A899-D2C5D9C2BF1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80D47A5-3805-4BD3-B977-FD8E63F78D5F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ABFCDA6-CBD2-4738-A899-D2C5D9C2BF15}" type="slidenum">
              <a:rPr lang="ru-RU" smtClean="0"/>
              <a:t>‹#›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42910" y="500042"/>
            <a:ext cx="7772400" cy="1470025"/>
          </a:xfrm>
        </p:spPr>
        <p:txBody>
          <a:bodyPr>
            <a:noAutofit/>
          </a:bodyPr>
          <a:lstStyle/>
          <a:p>
            <a:r>
              <a:rPr lang="ru-RU" sz="4800" dirty="0" smtClean="0">
                <a:effectLst/>
              </a:rPr>
              <a:t>Таблица</a:t>
            </a:r>
            <a:r>
              <a:rPr lang="ru-RU" sz="4800" dirty="0" smtClean="0"/>
              <a:t> Менделеева и химический калькулятор</a:t>
            </a:r>
            <a:endParaRPr lang="ru-RU" sz="4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728" y="2643182"/>
            <a:ext cx="6915176" cy="2852742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/>
              <a:t>Программа-справочник по химическим элементам и калькулятор молярной массы</a:t>
            </a:r>
            <a:endParaRPr lang="ru-RU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Актуальность и цель проекта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 smtClean="0">
                <a:latin typeface="+mj-lt"/>
              </a:rPr>
              <a:t>Актуальность</a:t>
            </a:r>
            <a:r>
              <a:rPr lang="ru-RU" dirty="0" smtClean="0">
                <a:latin typeface="+mj-lt"/>
              </a:rPr>
              <a:t>:</a:t>
            </a:r>
          </a:p>
          <a:p>
            <a:pPr>
              <a:buNone/>
            </a:pPr>
            <a:endParaRPr lang="ru-RU" dirty="0" smtClean="0">
              <a:latin typeface="+mj-lt"/>
            </a:endParaRPr>
          </a:p>
          <a:p>
            <a:r>
              <a:rPr lang="ru-RU" dirty="0" smtClean="0">
                <a:latin typeface="+mj-lt"/>
              </a:rPr>
              <a:t>При </a:t>
            </a:r>
            <a:r>
              <a:rPr lang="ru-RU" dirty="0" smtClean="0">
                <a:latin typeface="+mj-lt"/>
              </a:rPr>
              <a:t>изучении химии школьникам часто приходится искать информацию об элементах в учебнике или интернете</a:t>
            </a:r>
          </a:p>
          <a:p>
            <a:r>
              <a:rPr lang="ru-RU" dirty="0" smtClean="0">
                <a:latin typeface="+mj-lt"/>
              </a:rPr>
              <a:t>Расчёт </a:t>
            </a:r>
            <a:r>
              <a:rPr lang="ru-RU" dirty="0" smtClean="0">
                <a:latin typeface="+mj-lt"/>
              </a:rPr>
              <a:t>молярной массы занимает много времени и требует внимательности</a:t>
            </a:r>
          </a:p>
          <a:p>
            <a:r>
              <a:rPr lang="ru-RU" dirty="0" smtClean="0">
                <a:latin typeface="+mj-lt"/>
              </a:rPr>
              <a:t>Готовых </a:t>
            </a:r>
            <a:r>
              <a:rPr lang="ru-RU" dirty="0" smtClean="0">
                <a:latin typeface="+mj-lt"/>
              </a:rPr>
              <a:t>бесплатных программ с полной таблицей Менделеева на русском языке не так много</a:t>
            </a:r>
          </a:p>
          <a:p>
            <a:endParaRPr lang="ru-RU" dirty="0" smtClean="0">
              <a:latin typeface="+mj-lt"/>
            </a:endParaRPr>
          </a:p>
          <a:p>
            <a:r>
              <a:rPr lang="ru-RU" dirty="0" smtClean="0">
                <a:latin typeface="+mj-lt"/>
              </a:rPr>
              <a:t>Цель проекта:</a:t>
            </a:r>
          </a:p>
          <a:p>
            <a:r>
              <a:rPr lang="ru-RU" dirty="0" smtClean="0">
                <a:latin typeface="+mj-lt"/>
              </a:rPr>
              <a:t>Разработать программу на </a:t>
            </a:r>
            <a:r>
              <a:rPr lang="ru-RU" dirty="0" err="1" smtClean="0">
                <a:latin typeface="+mj-lt"/>
              </a:rPr>
              <a:t>Python</a:t>
            </a:r>
            <a:r>
              <a:rPr lang="ru-RU" dirty="0" smtClean="0">
                <a:latin typeface="+mj-lt"/>
              </a:rPr>
              <a:t>, которая объединяет справочник по всем химическим элементам и калькулятор молярной массы для быстрой помощи в учёбе.</a:t>
            </a:r>
          </a:p>
          <a:p>
            <a:endParaRPr lang="ru-RU" dirty="0" smtClean="0">
              <a:latin typeface="+mj-lt"/>
            </a:endParaRPr>
          </a:p>
          <a:p>
            <a:r>
              <a:rPr lang="ru-RU" dirty="0" smtClean="0">
                <a:latin typeface="+mj-lt"/>
              </a:rPr>
              <a:t>Задачи</a:t>
            </a:r>
            <a:r>
              <a:rPr lang="ru-RU" dirty="0" smtClean="0">
                <a:latin typeface="+mj-lt"/>
              </a:rPr>
              <a:t>:</a:t>
            </a:r>
            <a:endParaRPr lang="ru-RU" dirty="0" smtClean="0">
              <a:latin typeface="+mj-lt"/>
            </a:endParaRPr>
          </a:p>
          <a:p>
            <a:r>
              <a:rPr lang="ru-RU" dirty="0" smtClean="0">
                <a:latin typeface="+mj-lt"/>
              </a:rPr>
              <a:t>1. Создать базу данных всех 118 химических элементов</a:t>
            </a:r>
          </a:p>
          <a:p>
            <a:r>
              <a:rPr lang="ru-RU" dirty="0" smtClean="0">
                <a:latin typeface="+mj-lt"/>
              </a:rPr>
              <a:t>2. Реализовать поиск элемента по названию или символу</a:t>
            </a:r>
          </a:p>
          <a:p>
            <a:r>
              <a:rPr lang="ru-RU" dirty="0" smtClean="0">
                <a:latin typeface="+mj-lt"/>
              </a:rPr>
              <a:t>3. Написать функцию расчёта молярной массы по формуле</a:t>
            </a:r>
          </a:p>
          <a:p>
            <a:r>
              <a:rPr lang="ru-RU" dirty="0" smtClean="0">
                <a:latin typeface="+mj-lt"/>
              </a:rPr>
              <a:t>4. Сделать удобный интерфейс с </a:t>
            </a:r>
            <a:r>
              <a:rPr lang="ru-RU" dirty="0" smtClean="0">
                <a:latin typeface="+mj-lt"/>
              </a:rPr>
              <a:t>меню</a:t>
            </a:r>
            <a:endParaRPr lang="ru-RU" dirty="0" smtClean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Что это?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+mj-lt"/>
              </a:rPr>
              <a:t>Справочник </a:t>
            </a:r>
            <a:r>
              <a:rPr lang="ru-RU" dirty="0" smtClean="0">
                <a:latin typeface="+mj-lt"/>
              </a:rPr>
              <a:t>элементов, информация </a:t>
            </a:r>
            <a:r>
              <a:rPr lang="ru-RU" dirty="0" smtClean="0">
                <a:latin typeface="+mj-lt"/>
              </a:rPr>
              <a:t>о любом из 118 химических элементов: название, символ, атомный номер, атомная масса, интересный факт</a:t>
            </a:r>
          </a:p>
          <a:p>
            <a:r>
              <a:rPr lang="ru-RU" dirty="0" smtClean="0">
                <a:latin typeface="+mj-lt"/>
              </a:rPr>
              <a:t>Калькулятор молярной </a:t>
            </a:r>
            <a:r>
              <a:rPr lang="ru-RU" dirty="0" smtClean="0">
                <a:latin typeface="+mj-lt"/>
              </a:rPr>
              <a:t>массы, расчёт </a:t>
            </a:r>
            <a:r>
              <a:rPr lang="ru-RU" dirty="0" smtClean="0">
                <a:latin typeface="+mj-lt"/>
              </a:rPr>
              <a:t>массы любого вещества по химической формуле (например, H₂O → 18 г/моль)</a:t>
            </a:r>
          </a:p>
          <a:p>
            <a:r>
              <a:rPr lang="ru-RU" dirty="0" smtClean="0">
                <a:latin typeface="+mj-lt"/>
              </a:rPr>
              <a:t>Поиск </a:t>
            </a:r>
            <a:r>
              <a:rPr lang="ru-RU" dirty="0" smtClean="0">
                <a:latin typeface="+mj-lt"/>
              </a:rPr>
              <a:t>элемента как по символу (H), так и по русскому названию (Водород</a:t>
            </a:r>
            <a:r>
              <a:rPr lang="ru-RU" dirty="0" smtClean="0">
                <a:latin typeface="+mj-lt"/>
              </a:rPr>
              <a:t>)</a:t>
            </a:r>
            <a:endParaRPr lang="ru-RU" dirty="0" smtClean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 </a:t>
            </a:r>
            <a:r>
              <a:rPr lang="ru-RU" b="1" dirty="0" smtClean="0"/>
              <a:t>Зачем это нужно?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+mj-lt"/>
              </a:rPr>
              <a:t>Экономия </a:t>
            </a:r>
            <a:r>
              <a:rPr lang="ru-RU" dirty="0" smtClean="0">
                <a:latin typeface="+mj-lt"/>
              </a:rPr>
              <a:t>времени, не </a:t>
            </a:r>
            <a:r>
              <a:rPr lang="ru-RU" dirty="0" smtClean="0">
                <a:latin typeface="+mj-lt"/>
              </a:rPr>
              <a:t>нужно искать информацию в учебнике или интернете — всё в одной программе</a:t>
            </a:r>
          </a:p>
          <a:p>
            <a:r>
              <a:rPr lang="ru-RU" dirty="0" smtClean="0">
                <a:latin typeface="+mj-lt"/>
              </a:rPr>
              <a:t>Помощь в </a:t>
            </a:r>
            <a:r>
              <a:rPr lang="ru-RU" dirty="0" smtClean="0">
                <a:latin typeface="+mj-lt"/>
              </a:rPr>
              <a:t>учёбе, быстрый </a:t>
            </a:r>
            <a:r>
              <a:rPr lang="ru-RU" dirty="0" smtClean="0">
                <a:latin typeface="+mj-lt"/>
              </a:rPr>
              <a:t>расчёт молярной массы помогает решать задачи по химии</a:t>
            </a:r>
          </a:p>
          <a:p>
            <a:r>
              <a:rPr lang="ru-RU" dirty="0" smtClean="0">
                <a:latin typeface="+mj-lt"/>
              </a:rPr>
              <a:t>Полнота данных, </a:t>
            </a:r>
            <a:r>
              <a:rPr lang="ru-RU" dirty="0" smtClean="0">
                <a:latin typeface="+mj-lt"/>
              </a:rPr>
              <a:t>с</a:t>
            </a:r>
            <a:r>
              <a:rPr lang="ru-RU" dirty="0" smtClean="0">
                <a:latin typeface="+mj-lt"/>
              </a:rPr>
              <a:t>одержит </a:t>
            </a:r>
            <a:r>
              <a:rPr lang="ru-RU" dirty="0" smtClean="0">
                <a:latin typeface="+mj-lt"/>
              </a:rPr>
              <a:t>все 118 </a:t>
            </a:r>
            <a:r>
              <a:rPr lang="ru-RU" dirty="0" smtClean="0">
                <a:latin typeface="+mj-lt"/>
              </a:rPr>
              <a:t>элементов</a:t>
            </a:r>
            <a:endParaRPr lang="ru-RU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Экономика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+mj-lt"/>
              </a:rPr>
              <a:t>Продукт будет стоить 50-100 рублей, расположить его можно на сайтах : </a:t>
            </a:r>
            <a:r>
              <a:rPr lang="en-US" sz="3600" dirty="0" smtClean="0">
                <a:latin typeface="+mj-lt"/>
              </a:rPr>
              <a:t>infourok.ru</a:t>
            </a:r>
            <a:r>
              <a:rPr lang="en-US" sz="3600" dirty="0" smtClean="0">
                <a:latin typeface="+mj-lt"/>
              </a:rPr>
              <a:t>, </a:t>
            </a:r>
            <a:r>
              <a:rPr lang="en-US" sz="3600" dirty="0" smtClean="0">
                <a:latin typeface="+mj-lt"/>
              </a:rPr>
              <a:t>nsportal.ru</a:t>
            </a:r>
            <a:r>
              <a:rPr lang="ru-RU" sz="3600" dirty="0" smtClean="0">
                <a:latin typeface="+mj-lt"/>
              </a:rPr>
              <a:t> с договором от владельцев</a:t>
            </a:r>
            <a:endParaRPr lang="ru-RU" sz="3600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Аналоги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lenntech.com</a:t>
            </a:r>
            <a:r>
              <a:rPr lang="en-US" b="1" dirty="0" smtClean="0"/>
              <a:t>.</a:t>
            </a:r>
            <a:endParaRPr lang="ru-RU" b="1" dirty="0" smtClean="0"/>
          </a:p>
          <a:p>
            <a:r>
              <a:rPr lang="en-US" b="1" dirty="0" smtClean="0"/>
              <a:t>calculator.net</a:t>
            </a:r>
            <a:r>
              <a:rPr lang="en-US" b="1" dirty="0" smtClean="0"/>
              <a:t>.</a:t>
            </a:r>
            <a:endParaRPr lang="ru-RU" b="1" dirty="0" smtClean="0"/>
          </a:p>
          <a:p>
            <a:r>
              <a:rPr lang="en-US" b="1" dirty="0" smtClean="0"/>
              <a:t>planetcalc.ru</a:t>
            </a:r>
            <a:r>
              <a:rPr lang="ru-RU" b="1" dirty="0" smtClean="0"/>
              <a:t>.</a:t>
            </a:r>
          </a:p>
          <a:p>
            <a:r>
              <a:rPr lang="en-US" b="1" dirty="0" smtClean="0"/>
              <a:t>planetcalc.com</a:t>
            </a:r>
            <a:r>
              <a:rPr lang="en-US" b="1" dirty="0" smtClean="0"/>
              <a:t>.</a:t>
            </a:r>
            <a:endParaRPr lang="ru-RU" b="1" dirty="0" smtClean="0"/>
          </a:p>
          <a:p>
            <a:r>
              <a:rPr lang="en-US" b="1" dirty="0" smtClean="0"/>
              <a:t>periodic-table.rsc.org</a:t>
            </a:r>
            <a:endParaRPr lang="ru-RU" b="1" dirty="0" smtClean="0"/>
          </a:p>
          <a:p>
            <a:r>
              <a:rPr lang="en-US" b="1" dirty="0" smtClean="0"/>
              <a:t>xumuk.ru</a:t>
            </a:r>
            <a:endParaRPr lang="ru-RU" b="1" dirty="0" smtClean="0"/>
          </a:p>
          <a:p>
            <a:r>
              <a:rPr lang="en-US" b="1" dirty="0" smtClean="0"/>
              <a:t>ru.periodic-table.io</a:t>
            </a:r>
            <a:endParaRPr lang="ru-RU" b="1" dirty="0" smtClean="0"/>
          </a:p>
          <a:p>
            <a:r>
              <a:rPr lang="en-US" b="1" dirty="0" smtClean="0"/>
              <a:t>ptable.com</a:t>
            </a:r>
            <a:endParaRPr lang="ru-RU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Схема реализации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latin typeface="+mj-lt"/>
              </a:rPr>
              <a:t>1 </a:t>
            </a:r>
            <a:r>
              <a:rPr lang="ru-RU" sz="4000" dirty="0" smtClean="0">
                <a:latin typeface="+mj-lt"/>
              </a:rPr>
              <a:t>неделя: Разработка ядра программы (база данных, поиск)</a:t>
            </a:r>
          </a:p>
          <a:p>
            <a:r>
              <a:rPr lang="ru-RU" sz="4000" dirty="0" smtClean="0">
                <a:latin typeface="+mj-lt"/>
              </a:rPr>
              <a:t>2 </a:t>
            </a:r>
            <a:r>
              <a:rPr lang="ru-RU" sz="4000" dirty="0" smtClean="0">
                <a:latin typeface="+mj-lt"/>
              </a:rPr>
              <a:t>неделя: Реализация расчёта молярной массы, тестирование</a:t>
            </a:r>
          </a:p>
          <a:p>
            <a:r>
              <a:rPr lang="ru-RU" sz="4000" dirty="0" smtClean="0">
                <a:latin typeface="+mj-lt"/>
              </a:rPr>
              <a:t>3 </a:t>
            </a:r>
            <a:r>
              <a:rPr lang="ru-RU" sz="4000" dirty="0" smtClean="0">
                <a:latin typeface="+mj-lt"/>
              </a:rPr>
              <a:t>неделя: Доработка, оформление, подготовка презентации</a:t>
            </a:r>
            <a:endParaRPr lang="ru-RU" sz="4000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3000372"/>
            <a:ext cx="8229600" cy="1143000"/>
          </a:xfrm>
        </p:spPr>
        <p:txBody>
          <a:bodyPr/>
          <a:lstStyle/>
          <a:p>
            <a:pPr algn="ctr"/>
            <a:r>
              <a:rPr lang="ru-RU" b="1" dirty="0" smtClean="0"/>
              <a:t>Спасибо за внимание!</a:t>
            </a:r>
            <a:endParaRPr lang="ru-RU" b="1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35</TotalTime>
  <Words>289</Words>
  <Application>Microsoft Office PowerPoint</Application>
  <PresentationFormat>Экран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Поток</vt:lpstr>
      <vt:lpstr>Таблица Менделеева и химический калькулятор</vt:lpstr>
      <vt:lpstr>Актуальность и цель проекта</vt:lpstr>
      <vt:lpstr>Что это?</vt:lpstr>
      <vt:lpstr> Зачем это нужно?</vt:lpstr>
      <vt:lpstr>Экономика</vt:lpstr>
      <vt:lpstr>Аналоги</vt:lpstr>
      <vt:lpstr>Схема реализации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 Менделеева и химический калькулятор</dc:title>
  <dc:creator>Sokolov</dc:creator>
  <cp:lastModifiedBy>Sokolov</cp:lastModifiedBy>
  <cp:revision>4</cp:revision>
  <dcterms:created xsi:type="dcterms:W3CDTF">2026-03-24T15:26:34Z</dcterms:created>
  <dcterms:modified xsi:type="dcterms:W3CDTF">2026-03-24T16:01:43Z</dcterms:modified>
</cp:coreProperties>
</file>